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F6F5F1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1975"/>
            <a:ext cx="18288000" cy="9525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4763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71614"/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204788"/>
            <a:ext cx="85725" cy="85725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00038"/>
            <a:ext cx="57150" cy="57150"/>
          </a:xfrm>
          <a:prstGeom prst="ellipse">
            <a:avLst/>
          </a:prstGeom>
          <a:solidFill>
            <a:srgbClr val="F6F5F1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280649" y="314663"/>
            <a:ext cx="104775" cy="952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395626" y="267038"/>
            <a:ext cx="9525" cy="10477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" y="176213"/>
            <a:ext cx="7858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6697771" y="185738"/>
            <a:ext cx="4311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17281327" y="100013"/>
            <a:ext cx="778073" cy="361950"/>
          </a:xfrm>
          <a:prstGeom prst="roundRect">
            <a:avLst>
              <a:gd name="adj" fmla="val 23684"/>
            </a:avLst>
          </a:prstGeom>
          <a:solidFill>
            <a:srgbClr val="171614"/>
          </a:solidFill>
          <a:ln/>
        </p:spPr>
      </p:sp>
      <p:sp>
        <p:nvSpPr>
          <p:cNvPr id="12" name="Text 10"/>
          <p:cNvSpPr/>
          <p:nvPr/>
        </p:nvSpPr>
        <p:spPr>
          <a:xfrm>
            <a:off x="17395627" y="185738"/>
            <a:ext cx="549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013" dirty="0"/>
          </a:p>
        </p:txBody>
      </p:sp>
      <p:sp>
        <p:nvSpPr>
          <p:cNvPr id="13" name="Shape 11"/>
          <p:cNvSpPr/>
          <p:nvPr/>
        </p:nvSpPr>
        <p:spPr>
          <a:xfrm>
            <a:off x="8142684" y="1409700"/>
            <a:ext cx="1907381" cy="2762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5559" y="1514475"/>
            <a:ext cx="66675" cy="66675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8428434" y="1476375"/>
            <a:ext cx="15549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 · 노드 캔버스 · AI 채팅</a:t>
            </a:r>
            <a:endParaRPr lang="en-US" sz="938" dirty="0"/>
          </a:p>
        </p:txBody>
      </p:sp>
      <p:sp>
        <p:nvSpPr>
          <p:cNvPr id="16" name="Text 14"/>
          <p:cNvSpPr/>
          <p:nvPr/>
        </p:nvSpPr>
        <p:spPr>
          <a:xfrm>
            <a:off x="4112514" y="1933575"/>
            <a:ext cx="9967722" cy="1305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800" b="1" spc="-144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마크다운으로 그리는 </a:t>
            </a:r>
            <a:pPr algn="ctr" indent="0" marL="0">
              <a:lnSpc>
                <a:spcPct val="104000"/>
              </a:lnSpc>
              <a:buNone/>
            </a:pPr>
            <a:r>
              <a:rPr lang="en-US" sz="4800" b="1" spc="-144" kern="0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생각의 흐름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349365" y="3410843"/>
            <a:ext cx="5494020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노드를 잇고, 마크다운으로 적고, AI와 대화하며 정리하세요. Markflow는 흩어진 메모를 하나의 캔버스 위 흐름으로 엮어주는 워크스페이스입니다.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7593509" y="4233565"/>
            <a:ext cx="1455241" cy="485775"/>
          </a:xfrm>
          <a:prstGeom prst="roundRect">
            <a:avLst>
              <a:gd name="adj" fmla="val 21569"/>
            </a:avLst>
          </a:prstGeom>
          <a:solidFill>
            <a:srgbClr val="171614"/>
          </a:solidFill>
          <a:ln/>
        </p:spPr>
      </p:sp>
      <p:sp>
        <p:nvSpPr>
          <p:cNvPr id="19" name="Text 17"/>
          <p:cNvSpPr/>
          <p:nvPr/>
        </p:nvSpPr>
        <p:spPr>
          <a:xfrm>
            <a:off x="7803059" y="4366915"/>
            <a:ext cx="10361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무료로 시작하기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63050" y="4233565"/>
            <a:ext cx="1436191" cy="485775"/>
          </a:xfrm>
          <a:prstGeom prst="roundRect">
            <a:avLst>
              <a:gd name="adj" fmla="val 21569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075" y="4376440"/>
            <a:ext cx="10361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캔버스 둘러보기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4257675" y="5328940"/>
            <a:ext cx="96774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  <a:effectLst>
            <a:outerShdw sx="100000" sy="100000" kx="0" ky="0" algn="bl" rotWithShape="0" blurRad="571500" dist="228600" dir="5400000">
              <a:srgbClr val="14120F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7200" y="5338465"/>
            <a:ext cx="9658350" cy="36195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267200" y="5690890"/>
            <a:ext cx="9658350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25" name="Shape 23"/>
          <p:cNvSpPr/>
          <p:nvPr/>
        </p:nvSpPr>
        <p:spPr>
          <a:xfrm>
            <a:off x="4400550" y="5462290"/>
            <a:ext cx="104775" cy="104775"/>
          </a:xfrm>
          <a:prstGeom prst="ellipse">
            <a:avLst/>
          </a:prstGeom>
          <a:solidFill>
            <a:srgbClr val="E7CC8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5462290"/>
            <a:ext cx="104775" cy="104775"/>
          </a:xfrm>
          <a:prstGeom prst="ellipse">
            <a:avLst/>
          </a:prstGeom>
          <a:solidFill>
            <a:srgbClr val="A8D6BA"/>
          </a:solidFill>
          <a:ln/>
        </p:spPr>
      </p:sp>
      <p:sp>
        <p:nvSpPr>
          <p:cNvPr id="27" name="Shape 25"/>
          <p:cNvSpPr/>
          <p:nvPr/>
        </p:nvSpPr>
        <p:spPr>
          <a:xfrm>
            <a:off x="4743450" y="5462290"/>
            <a:ext cx="104775" cy="104775"/>
          </a:xfrm>
          <a:prstGeom prst="ellipse">
            <a:avLst/>
          </a:prstGeom>
          <a:solidFill>
            <a:srgbClr val="C6B8E9"/>
          </a:solidFill>
          <a:ln/>
        </p:spPr>
      </p:sp>
      <p:sp>
        <p:nvSpPr>
          <p:cNvPr id="28" name="Text 26"/>
          <p:cNvSpPr/>
          <p:nvPr/>
        </p:nvSpPr>
        <p:spPr>
          <a:xfrm>
            <a:off x="5010150" y="5438477"/>
            <a:ext cx="15339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markflow / 제품 로드맵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67200" y="5700415"/>
            <a:ext cx="9658350" cy="2857500"/>
          </a:xfrm>
          <a:prstGeom prst="rect">
            <a:avLst/>
          </a:prstGeom>
          <a:gradFill rotWithShape="1">
            <a:gsLst>
              <a:gs pos="0">
                <a:srgbClr val="E4E1D9">
                  <a:alpha val="100000"/>
                </a:srgbClr>
              </a:gs>
              <a:gs pos="100000">
                <a:srgbClr val="FBFAF7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200" y="5700415"/>
            <a:ext cx="9658350" cy="28575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4838700" y="6367165"/>
            <a:ext cx="1428750" cy="552450"/>
          </a:xfrm>
          <a:prstGeom prst="roundRect">
            <a:avLst>
              <a:gd name="adj" fmla="val 18966"/>
            </a:avLst>
          </a:prstGeom>
          <a:solidFill>
            <a:srgbClr val="FBF3DC"/>
          </a:solidFill>
          <a:ln w="9525">
            <a:solidFill>
              <a:srgbClr val="E7CC86"/>
            </a:solidFill>
            <a:prstDash val="solid"/>
          </a:ln>
          <a:effectLst>
            <a:outerShdw sx="100000" sy="100000" kx="0" ky="0" algn="bl" rotWithShape="0" blurRad="95250" dist="38100" dir="5400000">
              <a:srgbClr val="14120F">
                <a:alpha val="1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981575" y="6490990"/>
            <a:ext cx="1219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24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4981575" y="6643390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킥오프</a:t>
            </a:r>
            <a:endParaRPr lang="en-US" sz="1013" dirty="0"/>
          </a:p>
        </p:txBody>
      </p:sp>
      <p:sp>
        <p:nvSpPr>
          <p:cNvPr id="34" name="Shape 31"/>
          <p:cNvSpPr/>
          <p:nvPr/>
        </p:nvSpPr>
        <p:spPr>
          <a:xfrm>
            <a:off x="7696200" y="6710065"/>
            <a:ext cx="1524000" cy="552450"/>
          </a:xfrm>
          <a:prstGeom prst="roundRect">
            <a:avLst>
              <a:gd name="adj" fmla="val 18966"/>
            </a:avLst>
          </a:prstGeom>
          <a:solidFill>
            <a:srgbClr val="E6EFF9"/>
          </a:solidFill>
          <a:ln w="9525">
            <a:solidFill>
              <a:srgbClr val="AEC9E9"/>
            </a:solidFill>
            <a:prstDash val="solid"/>
          </a:ln>
          <a:effectLst>
            <a:outerShdw sx="100000" sy="100000" kx="0" ky="0" algn="bl" rotWithShape="0" blurRad="95250" dist="38100" dir="5400000">
              <a:srgbClr val="14120F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839075" y="6833890"/>
            <a:ext cx="13620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24" kern="0" dirty="0">
                <a:solidFill>
                  <a:srgbClr val="2C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7839075" y="6986290"/>
            <a:ext cx="1362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정리</a:t>
            </a:r>
            <a:endParaRPr lang="en-US" sz="1013" dirty="0"/>
          </a:p>
        </p:txBody>
      </p:sp>
      <p:sp>
        <p:nvSpPr>
          <p:cNvPr id="37" name="Shape 34"/>
          <p:cNvSpPr/>
          <p:nvPr/>
        </p:nvSpPr>
        <p:spPr>
          <a:xfrm>
            <a:off x="7696200" y="7472065"/>
            <a:ext cx="1524000" cy="552450"/>
          </a:xfrm>
          <a:prstGeom prst="roundRect">
            <a:avLst>
              <a:gd name="adj" fmla="val 18966"/>
            </a:avLst>
          </a:prstGeom>
          <a:solidFill>
            <a:srgbClr val="E4F2E9"/>
          </a:solidFill>
          <a:ln w="9525">
            <a:solidFill>
              <a:srgbClr val="A8D6BA"/>
            </a:solidFill>
            <a:prstDash val="solid"/>
          </a:ln>
          <a:effectLst>
            <a:outerShdw sx="100000" sy="100000" kx="0" ky="0" algn="bl" rotWithShape="0" blurRad="95250" dist="38100" dir="5400000">
              <a:srgbClr val="14120F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839075" y="7595890"/>
            <a:ext cx="13620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24" kern="0" dirty="0">
                <a:solidFill>
                  <a:srgbClr val="1F6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7839075" y="7748290"/>
            <a:ext cx="13620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채팅 구현</a:t>
            </a:r>
            <a:endParaRPr lang="en-US" sz="1013" dirty="0"/>
          </a:p>
        </p:txBody>
      </p:sp>
      <p:sp>
        <p:nvSpPr>
          <p:cNvPr id="40" name="Shape 37"/>
          <p:cNvSpPr/>
          <p:nvPr/>
        </p:nvSpPr>
        <p:spPr>
          <a:xfrm>
            <a:off x="10553700" y="6519565"/>
            <a:ext cx="1428750" cy="552450"/>
          </a:xfrm>
          <a:prstGeom prst="roundRect">
            <a:avLst>
              <a:gd name="adj" fmla="val 18966"/>
            </a:avLst>
          </a:prstGeom>
          <a:solidFill>
            <a:srgbClr val="ECE6F9"/>
          </a:solidFill>
          <a:ln w="9525">
            <a:solidFill>
              <a:srgbClr val="C6B8E9"/>
            </a:solidFill>
            <a:prstDash val="solid"/>
          </a:ln>
          <a:effectLst>
            <a:outerShdw sx="100000" sy="100000" kx="0" ky="0" algn="bl" rotWithShape="0" blurRad="95250" dist="38100" dir="5400000">
              <a:srgbClr val="14120F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10696575" y="6643390"/>
            <a:ext cx="12192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24" kern="0" dirty="0">
                <a:solidFill>
                  <a:srgbClr val="5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endParaRPr lang="en-US" sz="788" dirty="0"/>
          </a:p>
        </p:txBody>
      </p:sp>
      <p:sp>
        <p:nvSpPr>
          <p:cNvPr id="42" name="Text 39"/>
          <p:cNvSpPr/>
          <p:nvPr/>
        </p:nvSpPr>
        <p:spPr>
          <a:xfrm>
            <a:off x="10696575" y="6795790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Flow 채택</a:t>
            </a:r>
            <a:endParaRPr lang="en-US" sz="1013" dirty="0"/>
          </a:p>
        </p:txBody>
      </p:sp>
      <p:sp>
        <p:nvSpPr>
          <p:cNvPr id="43" name="Shape 40"/>
          <p:cNvSpPr/>
          <p:nvPr/>
        </p:nvSpPr>
        <p:spPr>
          <a:xfrm>
            <a:off x="4257675" y="9100840"/>
            <a:ext cx="3111401" cy="1788616"/>
          </a:xfrm>
          <a:prstGeom prst="roundRect">
            <a:avLst>
              <a:gd name="adj" fmla="val 7455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495800" y="933896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4F2E9"/>
          </a:solidFill>
          <a:ln/>
        </p:spPr>
      </p:sp>
      <p:sp>
        <p:nvSpPr>
          <p:cNvPr id="45" name="Text 42"/>
          <p:cNvSpPr/>
          <p:nvPr/>
        </p:nvSpPr>
        <p:spPr>
          <a:xfrm>
            <a:off x="4457700" y="933896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6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4495800" y="9796165"/>
            <a:ext cx="2898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노드 캔버스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495800" y="10034290"/>
            <a:ext cx="27142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드래그로 노드를 잇고 흐름을 만드세요. 아이디어·문서·할 일·결정·데이터 타입을 색으로 구분합니다.</a:t>
            </a:r>
            <a:endParaRPr lang="en-US" sz="1013" dirty="0"/>
          </a:p>
        </p:txBody>
      </p:sp>
      <p:sp>
        <p:nvSpPr>
          <p:cNvPr id="48" name="Shape 45"/>
          <p:cNvSpPr/>
          <p:nvPr/>
        </p:nvSpPr>
        <p:spPr>
          <a:xfrm>
            <a:off x="7540526" y="9100840"/>
            <a:ext cx="3111550" cy="1788616"/>
          </a:xfrm>
          <a:prstGeom prst="roundRect">
            <a:avLst>
              <a:gd name="adj" fmla="val 7455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78651" y="933896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6EFF9"/>
          </a:solidFill>
          <a:ln/>
        </p:spPr>
      </p:sp>
      <p:sp>
        <p:nvSpPr>
          <p:cNvPr id="50" name="Text 47"/>
          <p:cNvSpPr/>
          <p:nvPr/>
        </p:nvSpPr>
        <p:spPr>
          <a:xfrm>
            <a:off x="7740551" y="933896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7778651" y="9796165"/>
            <a:ext cx="289883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마크다운 노드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7778651" y="10034290"/>
            <a:ext cx="2714359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노드는 마크다운 문서입니다. 더블클릭해 에디터를 열고 실시간 미리보기로 다듬으세요.</a:t>
            </a:r>
            <a:endParaRPr lang="en-US" sz="1013" dirty="0"/>
          </a:p>
        </p:txBody>
      </p:sp>
      <p:sp>
        <p:nvSpPr>
          <p:cNvPr id="53" name="Shape 50"/>
          <p:cNvSpPr/>
          <p:nvPr/>
        </p:nvSpPr>
        <p:spPr>
          <a:xfrm>
            <a:off x="10823525" y="9100840"/>
            <a:ext cx="3111401" cy="1788616"/>
          </a:xfrm>
          <a:prstGeom prst="roundRect">
            <a:avLst>
              <a:gd name="adj" fmla="val 7455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061650" y="933896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ECE6F9"/>
          </a:solidFill>
          <a:ln/>
        </p:spPr>
      </p:sp>
      <p:sp>
        <p:nvSpPr>
          <p:cNvPr id="55" name="Text 52"/>
          <p:cNvSpPr/>
          <p:nvPr/>
        </p:nvSpPr>
        <p:spPr>
          <a:xfrm>
            <a:off x="11023550" y="933896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1061650" y="9796165"/>
            <a:ext cx="28986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채팅 &amp; 히스토리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061650" y="10034290"/>
            <a:ext cx="27142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캔버스를 이해하는 AI와 대화하며 정리하고, 모든 변경은 히스토리에 남아 되돌릴 수 있습니다.</a:t>
            </a:r>
            <a:endParaRPr lang="en-US" sz="1013" dirty="0"/>
          </a:p>
        </p:txBody>
      </p:sp>
      <p:sp>
        <p:nvSpPr>
          <p:cNvPr id="58" name="Shape 55"/>
          <p:cNvSpPr/>
          <p:nvPr/>
        </p:nvSpPr>
        <p:spPr>
          <a:xfrm>
            <a:off x="0" y="11537156"/>
            <a:ext cx="18192750" cy="70485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59" name="Shape 56"/>
          <p:cNvSpPr/>
          <p:nvPr/>
        </p:nvSpPr>
        <p:spPr>
          <a:xfrm>
            <a:off x="0" y="11537156"/>
            <a:ext cx="18192750" cy="9525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60" name="Text 57"/>
          <p:cNvSpPr/>
          <p:nvPr/>
        </p:nvSpPr>
        <p:spPr>
          <a:xfrm>
            <a:off x="4257675" y="11813381"/>
            <a:ext cx="6479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</a:t>
            </a:r>
            <a:pPr algn="l" indent="0" marL="0">
              <a:buNone/>
            </a:pPr>
            <a:r>
              <a:rPr lang="en-US" sz="1125" b="1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125" dirty="0"/>
          </a:p>
        </p:txBody>
      </p:sp>
      <p:sp>
        <p:nvSpPr>
          <p:cNvPr id="61" name="Text 58"/>
          <p:cNvSpPr/>
          <p:nvPr/>
        </p:nvSpPr>
        <p:spPr>
          <a:xfrm>
            <a:off x="12325350" y="11827669"/>
            <a:ext cx="17706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Markflow · mingyu Lim</a:t>
            </a:r>
            <a:endParaRPr lang="en-US" sz="9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F6F5F1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1975"/>
            <a:ext cx="18288000" cy="9525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4763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71614"/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204788"/>
            <a:ext cx="85725" cy="85725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00038"/>
            <a:ext cx="57150" cy="57150"/>
          </a:xfrm>
          <a:prstGeom prst="ellipse">
            <a:avLst/>
          </a:prstGeom>
          <a:solidFill>
            <a:srgbClr val="F6F5F1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280649" y="314663"/>
            <a:ext cx="104775" cy="952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395626" y="267038"/>
            <a:ext cx="9525" cy="10477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" y="176213"/>
            <a:ext cx="7858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6697771" y="185738"/>
            <a:ext cx="4311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17281327" y="100013"/>
            <a:ext cx="778073" cy="361950"/>
          </a:xfrm>
          <a:prstGeom prst="roundRect">
            <a:avLst>
              <a:gd name="adj" fmla="val 23684"/>
            </a:avLst>
          </a:prstGeom>
          <a:solidFill>
            <a:srgbClr val="171614"/>
          </a:solidFill>
          <a:ln/>
        </p:spPr>
      </p:sp>
      <p:sp>
        <p:nvSpPr>
          <p:cNvPr id="12" name="Text 10"/>
          <p:cNvSpPr/>
          <p:nvPr/>
        </p:nvSpPr>
        <p:spPr>
          <a:xfrm>
            <a:off x="17395627" y="185738"/>
            <a:ext cx="549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7153275" y="3217069"/>
            <a:ext cx="39814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-39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Markflow 시작하기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153275" y="3626644"/>
            <a:ext cx="3981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초면 계정을 만들 수 있어요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34250" y="4045744"/>
            <a:ext cx="3619500" cy="310515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  <a:effectLst>
            <a:outerShdw sx="100000" sy="100000" kx="0" ky="0" algn="bl" rotWithShape="0" blurRad="342900" dist="114300" dir="5400000">
              <a:srgbClr val="14120F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72375" y="4283869"/>
            <a:ext cx="34575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938" dirty="0"/>
          </a:p>
        </p:txBody>
      </p:sp>
      <p:sp>
        <p:nvSpPr>
          <p:cNvPr id="17" name="Shape 15"/>
          <p:cNvSpPr/>
          <p:nvPr/>
        </p:nvSpPr>
        <p:spPr>
          <a:xfrm>
            <a:off x="7572375" y="4483894"/>
            <a:ext cx="3143250" cy="381000"/>
          </a:xfrm>
          <a:prstGeom prst="roundRect">
            <a:avLst>
              <a:gd name="adj" fmla="val 25000"/>
            </a:avLst>
          </a:prstGeom>
          <a:solidFill>
            <a:srgbClr val="FBFAF7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2375" y="4998244"/>
            <a:ext cx="34575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7572375" y="5198269"/>
            <a:ext cx="3143250" cy="381000"/>
          </a:xfrm>
          <a:prstGeom prst="roundRect">
            <a:avLst>
              <a:gd name="adj" fmla="val 25000"/>
            </a:avLst>
          </a:prstGeom>
          <a:solidFill>
            <a:srgbClr val="FBFAF7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2375" y="5712619"/>
            <a:ext cx="34575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</a:t>
            </a:r>
            <a:endParaRPr lang="en-US" sz="938" dirty="0"/>
          </a:p>
        </p:txBody>
      </p:sp>
      <p:sp>
        <p:nvSpPr>
          <p:cNvPr id="21" name="Shape 19"/>
          <p:cNvSpPr/>
          <p:nvPr/>
        </p:nvSpPr>
        <p:spPr>
          <a:xfrm>
            <a:off x="7572375" y="5912644"/>
            <a:ext cx="3143250" cy="381000"/>
          </a:xfrm>
          <a:prstGeom prst="roundRect">
            <a:avLst>
              <a:gd name="adj" fmla="val 25000"/>
            </a:avLst>
          </a:prstGeom>
          <a:solidFill>
            <a:srgbClr val="FBFAF7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72375" y="6465094"/>
            <a:ext cx="3143250" cy="447675"/>
          </a:xfrm>
          <a:prstGeom prst="roundRect">
            <a:avLst>
              <a:gd name="adj" fmla="val 23404"/>
            </a:avLst>
          </a:prstGeom>
          <a:solidFill>
            <a:srgbClr val="171614"/>
          </a:solidFill>
          <a:ln/>
        </p:spPr>
      </p:sp>
      <p:sp>
        <p:nvSpPr>
          <p:cNvPr id="23" name="Text 21"/>
          <p:cNvSpPr/>
          <p:nvPr/>
        </p:nvSpPr>
        <p:spPr>
          <a:xfrm>
            <a:off x="7649051" y="6588919"/>
            <a:ext cx="29898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만들기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7153275" y="7322344"/>
            <a:ext cx="398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계정이 있으신가요? </a:t>
            </a:r>
            <a:pPr algn="ctr" indent="0" marL="0">
              <a:buNone/>
            </a:pPr>
            <a:r>
              <a:rPr lang="en-US" sz="1013" b="1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F6F5F1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1975"/>
            <a:ext cx="18288000" cy="9525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4763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71614"/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204788"/>
            <a:ext cx="85725" cy="85725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00038"/>
            <a:ext cx="57150" cy="57150"/>
          </a:xfrm>
          <a:prstGeom prst="ellipse">
            <a:avLst/>
          </a:prstGeom>
          <a:solidFill>
            <a:srgbClr val="F6F5F1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280649" y="314663"/>
            <a:ext cx="104775" cy="952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395626" y="267038"/>
            <a:ext cx="9525" cy="10477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" y="176213"/>
            <a:ext cx="7858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6196965" y="185738"/>
            <a:ext cx="549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16955988" y="147638"/>
            <a:ext cx="266700" cy="266700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12" name="Text 10"/>
          <p:cNvSpPr/>
          <p:nvPr/>
        </p:nvSpPr>
        <p:spPr>
          <a:xfrm>
            <a:off x="17039927" y="214313"/>
            <a:ext cx="1750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17938" y="114300"/>
            <a:ext cx="741462" cy="333375"/>
          </a:xfrm>
          <a:prstGeom prst="roundRect">
            <a:avLst>
              <a:gd name="adj" fmla="val 22857"/>
            </a:avLst>
          </a:prstGeom>
          <a:ln w="9525">
            <a:solidFill>
              <a:srgbClr val="E4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422713" y="190500"/>
            <a:ext cx="53191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81550" y="1028700"/>
            <a:ext cx="14956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mingyu@markflow.io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81550" y="1209675"/>
            <a:ext cx="1495663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프로젝트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398127" y="1209675"/>
            <a:ext cx="1108323" cy="419100"/>
          </a:xfrm>
          <a:prstGeom prst="roundRect">
            <a:avLst>
              <a:gd name="adj" fmla="val 25000"/>
            </a:avLst>
          </a:prstGeom>
          <a:solidFill>
            <a:srgbClr val="171614"/>
          </a:solidFill>
          <a:ln/>
        </p:spPr>
      </p:sp>
      <p:sp>
        <p:nvSpPr>
          <p:cNvPr id="18" name="Text 16"/>
          <p:cNvSpPr/>
          <p:nvPr/>
        </p:nvSpPr>
        <p:spPr>
          <a:xfrm>
            <a:off x="12531477" y="1323975"/>
            <a:ext cx="8416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프로젝트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81550" y="1895475"/>
            <a:ext cx="279395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1075" y="1905000"/>
            <a:ext cx="2774900" cy="1123950"/>
          </a:xfrm>
          <a:prstGeom prst="rect">
            <a:avLst/>
          </a:prstGeom>
          <a:gradFill rotWithShape="1">
            <a:gsLst>
              <a:gs pos="0">
                <a:srgbClr val="E4E1D9">
                  <a:alpha val="100000"/>
                </a:srgbClr>
              </a:gs>
              <a:gs pos="100000">
                <a:srgbClr val="E4E1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1" name="Shape 19"/>
          <p:cNvSpPr/>
          <p:nvPr/>
        </p:nvSpPr>
        <p:spPr>
          <a:xfrm>
            <a:off x="4791075" y="3019425"/>
            <a:ext cx="2774900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2525" y="2114550"/>
            <a:ext cx="704850" cy="228600"/>
          </a:xfrm>
          <a:prstGeom prst="roundRect">
            <a:avLst>
              <a:gd name="adj" fmla="val 29167"/>
            </a:avLst>
          </a:prstGeom>
          <a:solidFill>
            <a:srgbClr val="FBF3DC"/>
          </a:solidFill>
          <a:ln w="9525">
            <a:solidFill>
              <a:srgbClr val="E7C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5025" y="2343150"/>
            <a:ext cx="762000" cy="228600"/>
          </a:xfrm>
          <a:prstGeom prst="roundRect">
            <a:avLst>
              <a:gd name="adj" fmla="val 29167"/>
            </a:avLst>
          </a:prstGeom>
          <a:solidFill>
            <a:srgbClr val="E6EFF9"/>
          </a:solidFill>
          <a:ln w="9525">
            <a:solidFill>
              <a:srgbClr val="AEC9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4925" y="2590800"/>
            <a:ext cx="666750" cy="228600"/>
          </a:xfrm>
          <a:prstGeom prst="roundRect">
            <a:avLst>
              <a:gd name="adj" fmla="val 29167"/>
            </a:avLst>
          </a:prstGeom>
          <a:solidFill>
            <a:srgbClr val="E4F2E9"/>
          </a:solidFill>
          <a:ln w="9525">
            <a:solidFill>
              <a:srgbClr val="A8D6B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1075" y="1905000"/>
            <a:ext cx="2774900" cy="111442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84975" y="3171825"/>
            <a:ext cx="209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4B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4943475" y="3448050"/>
            <a:ext cx="2717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프로젝트 · 노드 5 · 오늘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46950" y="1895475"/>
            <a:ext cx="2793950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56475" y="1905000"/>
            <a:ext cx="2774900" cy="1123950"/>
          </a:xfrm>
          <a:prstGeom prst="rect">
            <a:avLst/>
          </a:prstGeom>
          <a:gradFill rotWithShape="1">
            <a:gsLst>
              <a:gs pos="0">
                <a:srgbClr val="E4E1D9">
                  <a:alpha val="100000"/>
                </a:srgbClr>
              </a:gs>
              <a:gs pos="100000">
                <a:srgbClr val="E4E1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0" name="Shape 27"/>
          <p:cNvSpPr/>
          <p:nvPr/>
        </p:nvSpPr>
        <p:spPr>
          <a:xfrm>
            <a:off x="7756475" y="3019425"/>
            <a:ext cx="2774900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1" name="Shape 28"/>
          <p:cNvSpPr/>
          <p:nvPr/>
        </p:nvSpPr>
        <p:spPr>
          <a:xfrm>
            <a:off x="7927925" y="2114550"/>
            <a:ext cx="704850" cy="228600"/>
          </a:xfrm>
          <a:prstGeom prst="roundRect">
            <a:avLst>
              <a:gd name="adj" fmla="val 29167"/>
            </a:avLst>
          </a:prstGeom>
          <a:solidFill>
            <a:srgbClr val="FBF3DC"/>
          </a:solidFill>
          <a:ln w="9525">
            <a:solidFill>
              <a:srgbClr val="E7CC8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80425" y="2343150"/>
            <a:ext cx="762000" cy="228600"/>
          </a:xfrm>
          <a:prstGeom prst="roundRect">
            <a:avLst>
              <a:gd name="adj" fmla="val 29167"/>
            </a:avLst>
          </a:prstGeom>
          <a:solidFill>
            <a:srgbClr val="E6EFF9"/>
          </a:solidFill>
          <a:ln w="9525">
            <a:solidFill>
              <a:srgbClr val="AEC9E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80325" y="2590800"/>
            <a:ext cx="666750" cy="228600"/>
          </a:xfrm>
          <a:prstGeom prst="roundRect">
            <a:avLst>
              <a:gd name="adj" fmla="val 29167"/>
            </a:avLst>
          </a:prstGeom>
          <a:solidFill>
            <a:srgbClr val="E4F2E9"/>
          </a:solidFill>
          <a:ln w="9525">
            <a:solidFill>
              <a:srgbClr val="A8D6BA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6475" y="1905000"/>
            <a:ext cx="2774900" cy="111442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150376" y="3171825"/>
            <a:ext cx="209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4B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 dirty="0"/>
          </a:p>
        </p:txBody>
      </p:sp>
      <p:sp>
        <p:nvSpPr>
          <p:cNvPr id="36" name="Text 32"/>
          <p:cNvSpPr/>
          <p:nvPr/>
        </p:nvSpPr>
        <p:spPr>
          <a:xfrm>
            <a:off x="7908875" y="3448050"/>
            <a:ext cx="2717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프로젝트 · 노드 8 · 어제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0712351" y="1895475"/>
            <a:ext cx="2794099" cy="1847850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721876" y="1905000"/>
            <a:ext cx="2775049" cy="1123950"/>
          </a:xfrm>
          <a:prstGeom prst="rect">
            <a:avLst/>
          </a:prstGeom>
          <a:gradFill rotWithShape="1">
            <a:gsLst>
              <a:gs pos="0">
                <a:srgbClr val="E4E1D9">
                  <a:alpha val="100000"/>
                </a:srgbClr>
              </a:gs>
              <a:gs pos="100000">
                <a:srgbClr val="E4E1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9" name="Shape 35"/>
          <p:cNvSpPr/>
          <p:nvPr/>
        </p:nvSpPr>
        <p:spPr>
          <a:xfrm>
            <a:off x="10721876" y="3019425"/>
            <a:ext cx="2775049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40" name="Shape 36"/>
          <p:cNvSpPr/>
          <p:nvPr/>
        </p:nvSpPr>
        <p:spPr>
          <a:xfrm>
            <a:off x="10893326" y="2114550"/>
            <a:ext cx="704850" cy="228600"/>
          </a:xfrm>
          <a:prstGeom prst="roundRect">
            <a:avLst>
              <a:gd name="adj" fmla="val 29167"/>
            </a:avLst>
          </a:prstGeom>
          <a:solidFill>
            <a:srgbClr val="FBF3DC"/>
          </a:solidFill>
          <a:ln w="9525">
            <a:solidFill>
              <a:srgbClr val="E7CC8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845826" y="2343150"/>
            <a:ext cx="762000" cy="228600"/>
          </a:xfrm>
          <a:prstGeom prst="roundRect">
            <a:avLst>
              <a:gd name="adj" fmla="val 29167"/>
            </a:avLst>
          </a:prstGeom>
          <a:solidFill>
            <a:srgbClr val="E6EFF9"/>
          </a:solidFill>
          <a:ln w="9525">
            <a:solidFill>
              <a:srgbClr val="AEC9E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045726" y="2590800"/>
            <a:ext cx="666750" cy="228600"/>
          </a:xfrm>
          <a:prstGeom prst="roundRect">
            <a:avLst>
              <a:gd name="adj" fmla="val 29167"/>
            </a:avLst>
          </a:prstGeom>
          <a:solidFill>
            <a:srgbClr val="E4F2E9"/>
          </a:solidFill>
          <a:ln w="9525">
            <a:solidFill>
              <a:srgbClr val="A8D6BA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21876" y="1905000"/>
            <a:ext cx="2775049" cy="1114425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3115925" y="3171825"/>
            <a:ext cx="209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C4B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25" dirty="0"/>
          </a:p>
        </p:txBody>
      </p:sp>
      <p:sp>
        <p:nvSpPr>
          <p:cNvPr id="45" name="Text 40"/>
          <p:cNvSpPr/>
          <p:nvPr/>
        </p:nvSpPr>
        <p:spPr>
          <a:xfrm>
            <a:off x="10874276" y="3448050"/>
            <a:ext cx="27172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공유됨 · 노드 3 · 3일 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0"/>
          </a:xfrm>
          <a:prstGeom prst="rect">
            <a:avLst/>
          </a:prstGeom>
          <a:solidFill>
            <a:srgbClr val="F6F5F1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1975"/>
            <a:ext cx="18288000" cy="9525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4763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71614"/>
          </a:solidFill>
          <a:ln/>
        </p:spPr>
      </p:sp>
      <p:sp>
        <p:nvSpPr>
          <p:cNvPr id="5" name="Shape 3"/>
          <p:cNvSpPr/>
          <p:nvPr/>
        </p:nvSpPr>
        <p:spPr>
          <a:xfrm>
            <a:off x="285750" y="204788"/>
            <a:ext cx="85725" cy="85725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00038"/>
            <a:ext cx="57150" cy="57150"/>
          </a:xfrm>
          <a:prstGeom prst="ellipse">
            <a:avLst/>
          </a:prstGeom>
          <a:solidFill>
            <a:srgbClr val="F6F5F1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280649" y="314663"/>
            <a:ext cx="104775" cy="952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395626" y="267038"/>
            <a:ext cx="9525" cy="104775"/>
          </a:xfrm>
          <a:prstGeom prst="rect">
            <a:avLst/>
          </a:prstGeom>
          <a:solidFill>
            <a:srgbClr val="F6F5F1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" y="176213"/>
            <a:ext cx="7858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</a:t>
            </a:r>
            <a:pPr algn="l" indent="0" marL="0">
              <a:buNone/>
            </a:pPr>
            <a:r>
              <a:rPr lang="en-US" sz="1425" b="1" spc="-14" kern="0" dirty="0">
                <a:solidFill>
                  <a:srgbClr val="10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6196965" y="185738"/>
            <a:ext cx="5494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16955988" y="147638"/>
            <a:ext cx="266700" cy="266700"/>
          </a:xfrm>
          <a:prstGeom prst="ellipse">
            <a:avLst/>
          </a:prstGeom>
          <a:solidFill>
            <a:srgbClr val="10A36B"/>
          </a:solidFill>
          <a:ln/>
        </p:spPr>
      </p:sp>
      <p:sp>
        <p:nvSpPr>
          <p:cNvPr id="12" name="Text 10"/>
          <p:cNvSpPr/>
          <p:nvPr/>
        </p:nvSpPr>
        <p:spPr>
          <a:xfrm>
            <a:off x="17039927" y="214313"/>
            <a:ext cx="1750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317938" y="114300"/>
            <a:ext cx="741462" cy="333375"/>
          </a:xfrm>
          <a:prstGeom prst="roundRect">
            <a:avLst>
              <a:gd name="adj" fmla="val 22857"/>
            </a:avLst>
          </a:prstGeom>
          <a:ln w="9525">
            <a:solidFill>
              <a:srgbClr val="E4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422713" y="190500"/>
            <a:ext cx="53191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로그아웃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0" y="571500"/>
            <a:ext cx="2362200" cy="971550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352675" y="571500"/>
            <a:ext cx="9525" cy="9715500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171575"/>
            <a:ext cx="2352675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" y="704850"/>
            <a:ext cx="19383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로드맵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2400" y="885825"/>
            <a:ext cx="19383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5개</a:t>
            </a:r>
            <a:endParaRPr lang="en-US" sz="863" dirty="0"/>
          </a:p>
        </p:txBody>
      </p:sp>
      <p:sp>
        <p:nvSpPr>
          <p:cNvPr id="20" name="Shape 18"/>
          <p:cNvSpPr/>
          <p:nvPr/>
        </p:nvSpPr>
        <p:spPr>
          <a:xfrm>
            <a:off x="1914525" y="728663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3100" y="747713"/>
            <a:ext cx="2286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5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52400" y="1333500"/>
            <a:ext cx="21240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47" kern="0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리스트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71450" y="1638300"/>
            <a:ext cx="85725" cy="85725"/>
          </a:xfrm>
          <a:prstGeom prst="roundRect">
            <a:avLst>
              <a:gd name="adj" fmla="val 33333"/>
            </a:avLst>
          </a:prstGeom>
          <a:solidFill>
            <a:srgbClr val="E0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" y="1609725"/>
            <a:ext cx="1802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킥오프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066925" y="1619250"/>
            <a:ext cx="190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71450" y="1971675"/>
            <a:ext cx="85725" cy="85725"/>
          </a:xfrm>
          <a:prstGeom prst="roundRect">
            <a:avLst>
              <a:gd name="adj" fmla="val 33333"/>
            </a:avLst>
          </a:prstGeom>
          <a:solidFill>
            <a:srgbClr val="5B8FC4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" y="1943100"/>
            <a:ext cx="1802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정리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066925" y="1952625"/>
            <a:ext cx="190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1450" y="2305050"/>
            <a:ext cx="85725" cy="85725"/>
          </a:xfrm>
          <a:prstGeom prst="roundRect">
            <a:avLst>
              <a:gd name="adj" fmla="val 33333"/>
            </a:avLst>
          </a:prstGeom>
          <a:solidFill>
            <a:srgbClr val="3DA372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" y="2276475"/>
            <a:ext cx="1802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채팅 구현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2066925" y="2286000"/>
            <a:ext cx="190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71450" y="2638425"/>
            <a:ext cx="85725" cy="85725"/>
          </a:xfrm>
          <a:prstGeom prst="roundRect">
            <a:avLst>
              <a:gd name="adj" fmla="val 33333"/>
            </a:avLst>
          </a:prstGeom>
          <a:solidFill>
            <a:srgbClr val="8E78C8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" y="2609850"/>
            <a:ext cx="1802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Flow 채택?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066925" y="2619375"/>
            <a:ext cx="190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71450" y="2971800"/>
            <a:ext cx="85725" cy="85725"/>
          </a:xfrm>
          <a:prstGeom prst="roundRect">
            <a:avLst>
              <a:gd name="adj" fmla="val 33333"/>
            </a:avLst>
          </a:prstGeom>
          <a:solidFill>
            <a:srgbClr val="C4708A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" y="2943225"/>
            <a:ext cx="18021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스키마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2066925" y="2952750"/>
            <a:ext cx="190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9734550"/>
            <a:ext cx="2352675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39" name="Text 37"/>
          <p:cNvSpPr/>
          <p:nvPr/>
        </p:nvSpPr>
        <p:spPr>
          <a:xfrm>
            <a:off x="133350" y="9858375"/>
            <a:ext cx="2162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드래그로 노드를 옮기고, 더블클릭으로 마크다운 편집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2362200" y="571500"/>
            <a:ext cx="12725400" cy="9715500"/>
          </a:xfrm>
          <a:prstGeom prst="rect">
            <a:avLst/>
          </a:prstGeom>
          <a:gradFill rotWithShape="1">
            <a:gsLst>
              <a:gs pos="0">
                <a:srgbClr val="E4E1D9">
                  <a:alpha val="100000"/>
                </a:srgbClr>
              </a:gs>
              <a:gs pos="100000">
                <a:srgbClr val="F1EFEA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800" y="895350"/>
            <a:ext cx="28194000" cy="2057400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3013710" y="1459230"/>
            <a:ext cx="1311021" cy="546149"/>
          </a:xfrm>
          <a:prstGeom prst="roundRect">
            <a:avLst>
              <a:gd name="adj" fmla="val 15487"/>
            </a:avLst>
          </a:prstGeom>
          <a:solidFill>
            <a:srgbClr val="FBF3DC"/>
          </a:solidFill>
          <a:ln w="7048">
            <a:solidFill>
              <a:srgbClr val="E7CC86"/>
            </a:solidFill>
            <a:prstDash val="solid"/>
          </a:ln>
          <a:effectLst>
            <a:outerShdw sx="100000" sy="100000" kx="0" ky="0" algn="bl" rotWithShape="0" blurRad="114300" dist="38100" dir="5400000">
              <a:srgbClr val="14120F">
                <a:alpha val="2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105341" y="1550861"/>
            <a:ext cx="49339" cy="49339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4" name="Text 41"/>
          <p:cNvSpPr/>
          <p:nvPr/>
        </p:nvSpPr>
        <p:spPr>
          <a:xfrm>
            <a:off x="3196971" y="1529715"/>
            <a:ext cx="369484" cy="129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" b="1" spc="22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</a:t>
            </a:r>
            <a:endParaRPr lang="en-US" sz="555" dirty="0"/>
          </a:p>
        </p:txBody>
      </p:sp>
      <p:sp>
        <p:nvSpPr>
          <p:cNvPr id="45" name="Text 42"/>
          <p:cNvSpPr/>
          <p:nvPr/>
        </p:nvSpPr>
        <p:spPr>
          <a:xfrm>
            <a:off x="3105341" y="1656588"/>
            <a:ext cx="1203960" cy="16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9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킥오프</a:t>
            </a:r>
            <a:endParaRPr lang="en-US" sz="749" dirty="0"/>
          </a:p>
        </p:txBody>
      </p:sp>
      <p:sp>
        <p:nvSpPr>
          <p:cNvPr id="46" name="Text 43"/>
          <p:cNvSpPr/>
          <p:nvPr/>
        </p:nvSpPr>
        <p:spPr>
          <a:xfrm>
            <a:off x="3105341" y="1815510"/>
            <a:ext cx="1203960" cy="150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11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킥오프</a:t>
            </a:r>
            <a:endParaRPr lang="en-US" sz="611" dirty="0"/>
          </a:p>
        </p:txBody>
      </p:sp>
      <p:sp>
        <p:nvSpPr>
          <p:cNvPr id="47" name="Shape 44"/>
          <p:cNvSpPr/>
          <p:nvPr/>
        </p:nvSpPr>
        <p:spPr>
          <a:xfrm>
            <a:off x="4916805" y="1247775"/>
            <a:ext cx="1311021" cy="546149"/>
          </a:xfrm>
          <a:prstGeom prst="roundRect">
            <a:avLst>
              <a:gd name="adj" fmla="val 15487"/>
            </a:avLst>
          </a:prstGeom>
          <a:solidFill>
            <a:srgbClr val="E6EFF9"/>
          </a:solidFill>
          <a:ln w="7048">
            <a:solidFill>
              <a:srgbClr val="AEC9E9"/>
            </a:solidFill>
            <a:prstDash val="solid"/>
          </a:ln>
          <a:effectLst>
            <a:outerShdw sx="100000" sy="100000" kx="0" ky="0" algn="bl" rotWithShape="0" blurRad="114300" dist="38100" dir="5400000">
              <a:srgbClr val="14120F">
                <a:alpha val="2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008436" y="1339405"/>
            <a:ext cx="49339" cy="49340"/>
          </a:xfrm>
          <a:prstGeom prst="ellipse">
            <a:avLst/>
          </a:prstGeom>
          <a:solidFill>
            <a:srgbClr val="5B8FC4"/>
          </a:solidFill>
          <a:ln/>
        </p:spPr>
      </p:sp>
      <p:sp>
        <p:nvSpPr>
          <p:cNvPr id="49" name="Text 46"/>
          <p:cNvSpPr/>
          <p:nvPr/>
        </p:nvSpPr>
        <p:spPr>
          <a:xfrm>
            <a:off x="5100066" y="1318260"/>
            <a:ext cx="222897" cy="129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" b="1" spc="22" kern="0" dirty="0">
                <a:solidFill>
                  <a:srgbClr val="2C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</a:t>
            </a:r>
            <a:endParaRPr lang="en-US" sz="555" dirty="0"/>
          </a:p>
        </p:txBody>
      </p:sp>
      <p:sp>
        <p:nvSpPr>
          <p:cNvPr id="50" name="Text 47"/>
          <p:cNvSpPr/>
          <p:nvPr/>
        </p:nvSpPr>
        <p:spPr>
          <a:xfrm>
            <a:off x="5008436" y="1445133"/>
            <a:ext cx="1203960" cy="16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9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정리</a:t>
            </a:r>
            <a:endParaRPr lang="en-US" sz="749" dirty="0"/>
          </a:p>
        </p:txBody>
      </p:sp>
      <p:sp>
        <p:nvSpPr>
          <p:cNvPr id="51" name="Text 48"/>
          <p:cNvSpPr/>
          <p:nvPr/>
        </p:nvSpPr>
        <p:spPr>
          <a:xfrm>
            <a:off x="5008436" y="1604055"/>
            <a:ext cx="1203960" cy="150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11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요구사항</a:t>
            </a:r>
            <a:endParaRPr lang="en-US" sz="611" dirty="0"/>
          </a:p>
        </p:txBody>
      </p:sp>
      <p:sp>
        <p:nvSpPr>
          <p:cNvPr id="52" name="Shape 49"/>
          <p:cNvSpPr/>
          <p:nvPr/>
        </p:nvSpPr>
        <p:spPr>
          <a:xfrm>
            <a:off x="4987290" y="2586990"/>
            <a:ext cx="1311021" cy="546149"/>
          </a:xfrm>
          <a:prstGeom prst="roundRect">
            <a:avLst>
              <a:gd name="adj" fmla="val 15487"/>
            </a:avLst>
          </a:prstGeom>
          <a:solidFill>
            <a:srgbClr val="E4F2E9"/>
          </a:solidFill>
          <a:ln w="7048">
            <a:solidFill>
              <a:srgbClr val="A8D6BA"/>
            </a:solidFill>
            <a:prstDash val="solid"/>
          </a:ln>
          <a:effectLst>
            <a:outerShdw sx="100000" sy="100000" kx="0" ky="0" algn="bl" rotWithShape="0" blurRad="114300" dist="38100" dir="5400000">
              <a:srgbClr val="14120F">
                <a:alpha val="2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5078920" y="2678621"/>
            <a:ext cx="49340" cy="49340"/>
          </a:xfrm>
          <a:prstGeom prst="ellipse">
            <a:avLst/>
          </a:prstGeom>
          <a:solidFill>
            <a:srgbClr val="3DA372"/>
          </a:solidFill>
          <a:ln/>
        </p:spPr>
      </p:sp>
      <p:sp>
        <p:nvSpPr>
          <p:cNvPr id="54" name="Text 51"/>
          <p:cNvSpPr/>
          <p:nvPr/>
        </p:nvSpPr>
        <p:spPr>
          <a:xfrm>
            <a:off x="5170551" y="2657475"/>
            <a:ext cx="245254" cy="129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" b="1" spc="22" kern="0" dirty="0">
                <a:solidFill>
                  <a:srgbClr val="1F6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 일</a:t>
            </a:r>
            <a:endParaRPr lang="en-US" sz="555" dirty="0"/>
          </a:p>
        </p:txBody>
      </p:sp>
      <p:sp>
        <p:nvSpPr>
          <p:cNvPr id="55" name="Text 52"/>
          <p:cNvSpPr/>
          <p:nvPr/>
        </p:nvSpPr>
        <p:spPr>
          <a:xfrm>
            <a:off x="5078920" y="2784348"/>
            <a:ext cx="1203960" cy="16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9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채팅 구현</a:t>
            </a:r>
            <a:endParaRPr lang="en-US" sz="749" dirty="0"/>
          </a:p>
        </p:txBody>
      </p:sp>
      <p:sp>
        <p:nvSpPr>
          <p:cNvPr id="56" name="Text 53"/>
          <p:cNvSpPr/>
          <p:nvPr/>
        </p:nvSpPr>
        <p:spPr>
          <a:xfrm>
            <a:off x="5078920" y="2943270"/>
            <a:ext cx="1203960" cy="150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11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할 일</a:t>
            </a:r>
            <a:endParaRPr lang="en-US" sz="611" dirty="0"/>
          </a:p>
        </p:txBody>
      </p:sp>
      <p:sp>
        <p:nvSpPr>
          <p:cNvPr id="57" name="Shape 54"/>
          <p:cNvSpPr/>
          <p:nvPr/>
        </p:nvSpPr>
        <p:spPr>
          <a:xfrm>
            <a:off x="6960870" y="1670685"/>
            <a:ext cx="1311021" cy="546149"/>
          </a:xfrm>
          <a:prstGeom prst="roundRect">
            <a:avLst>
              <a:gd name="adj" fmla="val 15487"/>
            </a:avLst>
          </a:prstGeom>
          <a:solidFill>
            <a:srgbClr val="ECE6F9"/>
          </a:solidFill>
          <a:ln w="7048">
            <a:solidFill>
              <a:srgbClr val="C6B8E9"/>
            </a:solidFill>
            <a:prstDash val="solid"/>
          </a:ln>
          <a:effectLst>
            <a:outerShdw sx="100000" sy="100000" kx="0" ky="0" algn="bl" rotWithShape="0" blurRad="114300" dist="38100" dir="5400000">
              <a:srgbClr val="14120F">
                <a:alpha val="2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7052501" y="1762316"/>
            <a:ext cx="49339" cy="49340"/>
          </a:xfrm>
          <a:prstGeom prst="ellipse">
            <a:avLst/>
          </a:prstGeom>
          <a:solidFill>
            <a:srgbClr val="8E78C8"/>
          </a:solidFill>
          <a:ln/>
        </p:spPr>
      </p:sp>
      <p:sp>
        <p:nvSpPr>
          <p:cNvPr id="59" name="Text 56"/>
          <p:cNvSpPr/>
          <p:nvPr/>
        </p:nvSpPr>
        <p:spPr>
          <a:xfrm>
            <a:off x="7144131" y="1741170"/>
            <a:ext cx="222897" cy="129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" b="1" spc="22" kern="0" dirty="0">
                <a:solidFill>
                  <a:srgbClr val="5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endParaRPr lang="en-US" sz="555" dirty="0"/>
          </a:p>
        </p:txBody>
      </p:sp>
      <p:sp>
        <p:nvSpPr>
          <p:cNvPr id="60" name="Text 57"/>
          <p:cNvSpPr/>
          <p:nvPr/>
        </p:nvSpPr>
        <p:spPr>
          <a:xfrm>
            <a:off x="7052501" y="1868043"/>
            <a:ext cx="1203960" cy="16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9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Flow 채택?</a:t>
            </a:r>
            <a:endParaRPr lang="en-US" sz="749" dirty="0"/>
          </a:p>
        </p:txBody>
      </p:sp>
      <p:sp>
        <p:nvSpPr>
          <p:cNvPr id="61" name="Text 58"/>
          <p:cNvSpPr/>
          <p:nvPr/>
        </p:nvSpPr>
        <p:spPr>
          <a:xfrm>
            <a:off x="7052501" y="2026965"/>
            <a:ext cx="1203960" cy="150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11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노드 렌더링 라이브러리를 결정합니다.</a:t>
            </a:r>
            <a:endParaRPr lang="en-US" sz="611" dirty="0"/>
          </a:p>
        </p:txBody>
      </p:sp>
      <p:sp>
        <p:nvSpPr>
          <p:cNvPr id="62" name="Shape 59"/>
          <p:cNvSpPr/>
          <p:nvPr/>
        </p:nvSpPr>
        <p:spPr>
          <a:xfrm>
            <a:off x="6960870" y="3009900"/>
            <a:ext cx="1311021" cy="546149"/>
          </a:xfrm>
          <a:prstGeom prst="roundRect">
            <a:avLst>
              <a:gd name="adj" fmla="val 15487"/>
            </a:avLst>
          </a:prstGeom>
          <a:solidFill>
            <a:srgbClr val="F9E8ED"/>
          </a:solidFill>
          <a:ln w="7048">
            <a:solidFill>
              <a:srgbClr val="E9B9C6"/>
            </a:solidFill>
            <a:prstDash val="solid"/>
          </a:ln>
          <a:effectLst>
            <a:outerShdw sx="100000" sy="100000" kx="0" ky="0" algn="bl" rotWithShape="0" blurRad="114300" dist="38100" dir="5400000">
              <a:srgbClr val="14120F">
                <a:alpha val="2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7052501" y="3101530"/>
            <a:ext cx="49339" cy="49339"/>
          </a:xfrm>
          <a:prstGeom prst="ellipse">
            <a:avLst/>
          </a:prstGeom>
          <a:solidFill>
            <a:srgbClr val="C4708A"/>
          </a:solidFill>
          <a:ln/>
        </p:spPr>
      </p:sp>
      <p:sp>
        <p:nvSpPr>
          <p:cNvPr id="64" name="Text 61"/>
          <p:cNvSpPr/>
          <p:nvPr/>
        </p:nvSpPr>
        <p:spPr>
          <a:xfrm>
            <a:off x="7144131" y="3080385"/>
            <a:ext cx="296135" cy="129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" b="1" spc="22" kern="0" dirty="0">
                <a:solidFill>
                  <a:srgbClr val="8A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555" dirty="0"/>
          </a:p>
        </p:txBody>
      </p:sp>
      <p:sp>
        <p:nvSpPr>
          <p:cNvPr id="65" name="Text 62"/>
          <p:cNvSpPr/>
          <p:nvPr/>
        </p:nvSpPr>
        <p:spPr>
          <a:xfrm>
            <a:off x="7052501" y="3207258"/>
            <a:ext cx="1203960" cy="161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9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스키마</a:t>
            </a:r>
            <a:endParaRPr lang="en-US" sz="749" dirty="0"/>
          </a:p>
        </p:txBody>
      </p:sp>
      <p:sp>
        <p:nvSpPr>
          <p:cNvPr id="66" name="Text 63"/>
          <p:cNvSpPr/>
          <p:nvPr/>
        </p:nvSpPr>
        <p:spPr>
          <a:xfrm>
            <a:off x="7052501" y="3366180"/>
            <a:ext cx="1203960" cy="150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11" dirty="0">
                <a:solidFill>
                  <a:srgbClr val="6E6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611" dirty="0"/>
          </a:p>
        </p:txBody>
      </p:sp>
      <p:sp>
        <p:nvSpPr>
          <p:cNvPr id="67" name="Shape 64"/>
          <p:cNvSpPr/>
          <p:nvPr/>
        </p:nvSpPr>
        <p:spPr>
          <a:xfrm>
            <a:off x="14516100" y="8858250"/>
            <a:ext cx="419100" cy="12763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  <a:effectLst>
            <a:outerShdw sx="100000" sy="100000" kx="0" ky="0" algn="bl" rotWithShape="0" blurRad="171450" dist="57150" dir="5400000">
              <a:srgbClr val="14120F">
                <a:alpha val="30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14592300" y="892492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4611350" y="9277350"/>
            <a:ext cx="228600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0" name="Text 67"/>
          <p:cNvSpPr/>
          <p:nvPr/>
        </p:nvSpPr>
        <p:spPr>
          <a:xfrm>
            <a:off x="14592300" y="9353550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1350" dirty="0"/>
          </a:p>
        </p:txBody>
      </p:sp>
      <p:sp>
        <p:nvSpPr>
          <p:cNvPr id="71" name="Shape 68"/>
          <p:cNvSpPr/>
          <p:nvPr/>
        </p:nvSpPr>
        <p:spPr>
          <a:xfrm>
            <a:off x="14611350" y="9705975"/>
            <a:ext cx="228600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72" name="Text 69"/>
          <p:cNvSpPr/>
          <p:nvPr/>
        </p:nvSpPr>
        <p:spPr>
          <a:xfrm>
            <a:off x="14592300" y="9782175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⊙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14555986" y="723900"/>
            <a:ext cx="379214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14651236" y="781050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endParaRPr lang="en-US" sz="825" dirty="0"/>
          </a:p>
        </p:txBody>
      </p:sp>
      <p:sp>
        <p:nvSpPr>
          <p:cNvPr id="75" name="Shape 72"/>
          <p:cNvSpPr/>
          <p:nvPr/>
        </p:nvSpPr>
        <p:spPr>
          <a:xfrm>
            <a:off x="2514600" y="9753600"/>
            <a:ext cx="961876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  <a:effectLst>
            <a:outerShdw sx="100000" sy="100000" kx="0" ky="0" algn="bl" rotWithShape="0" blurRad="171450" dist="57150" dir="5400000">
              <a:srgbClr val="14120F">
                <a:alpha val="30000"/>
              </a:srgbClr>
            </a:outerShdw>
          </a:effectLst>
        </p:spPr>
      </p:sp>
      <p:sp>
        <p:nvSpPr>
          <p:cNvPr id="76" name="Text 73"/>
          <p:cNvSpPr/>
          <p:nvPr/>
        </p:nvSpPr>
        <p:spPr>
          <a:xfrm>
            <a:off x="2619375" y="9848850"/>
            <a:ext cx="1760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</a:t>
            </a:r>
            <a:endParaRPr lang="en-US" sz="1125" dirty="0"/>
          </a:p>
        </p:txBody>
      </p:sp>
      <p:sp>
        <p:nvSpPr>
          <p:cNvPr id="77" name="Text 74"/>
          <p:cNvSpPr/>
          <p:nvPr/>
        </p:nvSpPr>
        <p:spPr>
          <a:xfrm>
            <a:off x="2843064" y="9882188"/>
            <a:ext cx="4180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5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휴지통</a:t>
            </a:r>
            <a:endParaRPr lang="en-US" sz="975" dirty="0"/>
          </a:p>
        </p:txBody>
      </p:sp>
      <p:sp>
        <p:nvSpPr>
          <p:cNvPr id="78" name="Text 75"/>
          <p:cNvSpPr/>
          <p:nvPr/>
        </p:nvSpPr>
        <p:spPr>
          <a:xfrm>
            <a:off x="3232547" y="9886950"/>
            <a:ext cx="13915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A6A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25" dirty="0"/>
          </a:p>
        </p:txBody>
      </p:sp>
      <p:sp>
        <p:nvSpPr>
          <p:cNvPr id="79" name="Shape 76"/>
          <p:cNvSpPr/>
          <p:nvPr/>
        </p:nvSpPr>
        <p:spPr>
          <a:xfrm>
            <a:off x="15087600" y="571500"/>
            <a:ext cx="3200400" cy="9715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Shape 77"/>
          <p:cNvSpPr/>
          <p:nvPr/>
        </p:nvSpPr>
        <p:spPr>
          <a:xfrm>
            <a:off x="15087600" y="571500"/>
            <a:ext cx="9525" cy="9715500"/>
          </a:xfrm>
          <a:prstGeom prst="rect">
            <a:avLst/>
          </a:prstGeom>
          <a:solidFill>
            <a:srgbClr val="E4E1D9"/>
          </a:solidFill>
          <a:ln/>
        </p:spPr>
      </p:sp>
      <p:sp>
        <p:nvSpPr>
          <p:cNvPr id="81" name="Shape 78"/>
          <p:cNvSpPr/>
          <p:nvPr/>
        </p:nvSpPr>
        <p:spPr>
          <a:xfrm>
            <a:off x="15097125" y="1057275"/>
            <a:ext cx="3190875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2" name="Shape 79"/>
          <p:cNvSpPr/>
          <p:nvPr/>
        </p:nvSpPr>
        <p:spPr>
          <a:xfrm>
            <a:off x="15173325" y="1038225"/>
            <a:ext cx="1500188" cy="19050"/>
          </a:xfrm>
          <a:prstGeom prst="rect">
            <a:avLst/>
          </a:prstGeom>
          <a:solidFill>
            <a:srgbClr val="10A36B"/>
          </a:solidFill>
          <a:ln/>
        </p:spPr>
      </p:sp>
      <p:sp>
        <p:nvSpPr>
          <p:cNvPr id="83" name="Text 80"/>
          <p:cNvSpPr/>
          <p:nvPr/>
        </p:nvSpPr>
        <p:spPr>
          <a:xfrm>
            <a:off x="15240000" y="752475"/>
            <a:ext cx="13668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71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채팅</a:t>
            </a:r>
            <a:endParaRPr lang="en-US" sz="975" dirty="0"/>
          </a:p>
        </p:txBody>
      </p:sp>
      <p:sp>
        <p:nvSpPr>
          <p:cNvPr id="84" name="Text 81"/>
          <p:cNvSpPr/>
          <p:nvPr/>
        </p:nvSpPr>
        <p:spPr>
          <a:xfrm>
            <a:off x="16778288" y="752475"/>
            <a:ext cx="136683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A6A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히스토리</a:t>
            </a:r>
            <a:endParaRPr lang="en-US" sz="975" dirty="0"/>
          </a:p>
        </p:txBody>
      </p:sp>
      <p:sp>
        <p:nvSpPr>
          <p:cNvPr id="85" name="Shape 82"/>
          <p:cNvSpPr/>
          <p:nvPr/>
        </p:nvSpPr>
        <p:spPr>
          <a:xfrm>
            <a:off x="15249525" y="1219200"/>
            <a:ext cx="2424261" cy="785068"/>
          </a:xfrm>
          <a:prstGeom prst="roundRect">
            <a:avLst>
              <a:gd name="adj" fmla="val 15773"/>
            </a:avLst>
          </a:prstGeom>
          <a:solidFill>
            <a:srgbClr val="F1EFEA"/>
          </a:solidFill>
          <a:ln w="9525">
            <a:solidFill>
              <a:srgbClr val="E8E5DD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5382875" y="1323975"/>
            <a:ext cx="2233761" cy="613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2B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안녕하세요! 이 캔버스의 흐름을 함께 정리해 드릴게요. 무엇을 도와드릴까요?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15097125" y="9610725"/>
            <a:ext cx="3190875" cy="9525"/>
          </a:xfrm>
          <a:prstGeom prst="rect">
            <a:avLst/>
          </a:prstGeom>
          <a:solidFill>
            <a:srgbClr val="EFEDE6"/>
          </a:solidFill>
          <a:ln/>
        </p:spPr>
      </p:sp>
      <p:sp>
        <p:nvSpPr>
          <p:cNvPr id="88" name="Shape 85"/>
          <p:cNvSpPr/>
          <p:nvPr/>
        </p:nvSpPr>
        <p:spPr>
          <a:xfrm>
            <a:off x="15211425" y="9734550"/>
            <a:ext cx="2962275" cy="438150"/>
          </a:xfrm>
          <a:prstGeom prst="roundRect">
            <a:avLst>
              <a:gd name="adj" fmla="val 26087"/>
            </a:avLst>
          </a:prstGeom>
          <a:solidFill>
            <a:srgbClr val="FBFAF7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7802225" y="98012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10A36B"/>
          </a:solidFill>
          <a:ln/>
        </p:spPr>
      </p:sp>
      <p:sp>
        <p:nvSpPr>
          <p:cNvPr id="90" name="Text 87"/>
          <p:cNvSpPr/>
          <p:nvPr/>
        </p:nvSpPr>
        <p:spPr>
          <a:xfrm>
            <a:off x="17821275" y="9810750"/>
            <a:ext cx="266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2026-06-22T10:17:14Z</dcterms:created>
  <dcterms:modified xsi:type="dcterms:W3CDTF">2026-06-22T10:17:14Z</dcterms:modified>
</cp:coreProperties>
</file>